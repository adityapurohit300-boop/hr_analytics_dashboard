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2" r:id="rId1"/>
  </p:sldMasterIdLst>
  <p:sldIdLst>
    <p:sldId id="256" r:id="rId2"/>
    <p:sldId id="257" r:id="rId3"/>
    <p:sldId id="258" r:id="rId4"/>
    <p:sldId id="259" r:id="rId5"/>
    <p:sldId id="260" r:id="rId6"/>
    <p:sldId id="273" r:id="rId7"/>
    <p:sldId id="262" r:id="rId8"/>
    <p:sldId id="263" r:id="rId9"/>
    <p:sldId id="264" r:id="rId10"/>
    <p:sldId id="265" r:id="rId11"/>
    <p:sldId id="266" r:id="rId12"/>
    <p:sldId id="267" r:id="rId13"/>
    <p:sldId id="268" r:id="rId14"/>
    <p:sldId id="269" r:id="rId15"/>
    <p:sldId id="27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CA6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D73166-5004-4AAF-928D-54746769AC4B}" v="220" dt="2026-06-18T05:11:54.8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24EF0B-1677-48F2-A6E5-AEA163EC8DF8}"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en-US"/>
        </a:p>
      </dgm:t>
    </dgm:pt>
    <dgm:pt modelId="{71CDCEA8-8B10-4673-BF25-0510F89B01EC}">
      <dgm:prSet/>
      <dgm:spPr/>
      <dgm:t>
        <a:bodyPr/>
        <a:lstStyle/>
        <a:p>
          <a:r>
            <a:rPr lang="en-IN"/>
            <a:t>Improved Hiring Decisions </a:t>
          </a:r>
          <a:endParaRPr lang="en-US"/>
        </a:p>
      </dgm:t>
    </dgm:pt>
    <dgm:pt modelId="{98E5AB26-83B3-4145-BF63-B3BF08921F33}" type="parTrans" cxnId="{58AC2D41-60F6-4674-90E2-2D9D36D71986}">
      <dgm:prSet/>
      <dgm:spPr/>
      <dgm:t>
        <a:bodyPr/>
        <a:lstStyle/>
        <a:p>
          <a:endParaRPr lang="en-US"/>
        </a:p>
      </dgm:t>
    </dgm:pt>
    <dgm:pt modelId="{283526D0-6A7C-4B60-9D6E-739CF05558FA}" type="sibTrans" cxnId="{58AC2D41-60F6-4674-90E2-2D9D36D71986}">
      <dgm:prSet/>
      <dgm:spPr/>
      <dgm:t>
        <a:bodyPr/>
        <a:lstStyle/>
        <a:p>
          <a:endParaRPr lang="en-US"/>
        </a:p>
      </dgm:t>
    </dgm:pt>
    <dgm:pt modelId="{37560B8F-1B45-4E0E-A264-57E51C4DD64F}">
      <dgm:prSet/>
      <dgm:spPr/>
      <dgm:t>
        <a:bodyPr/>
        <a:lstStyle/>
        <a:p>
          <a:r>
            <a:rPr lang="en-IN"/>
            <a:t>Identify hiring trends</a:t>
          </a:r>
          <a:endParaRPr lang="en-US"/>
        </a:p>
      </dgm:t>
    </dgm:pt>
    <dgm:pt modelId="{0EDAAAB5-3BB2-4C6C-8C48-D9D4FB24A75B}" type="parTrans" cxnId="{E023D0EF-95AD-420B-8C20-279924959229}">
      <dgm:prSet/>
      <dgm:spPr/>
      <dgm:t>
        <a:bodyPr/>
        <a:lstStyle/>
        <a:p>
          <a:endParaRPr lang="en-US"/>
        </a:p>
      </dgm:t>
    </dgm:pt>
    <dgm:pt modelId="{889A5788-FDB0-429D-9B4E-3AFE33FDB2D1}" type="sibTrans" cxnId="{E023D0EF-95AD-420B-8C20-279924959229}">
      <dgm:prSet/>
      <dgm:spPr/>
      <dgm:t>
        <a:bodyPr/>
        <a:lstStyle/>
        <a:p>
          <a:endParaRPr lang="en-US"/>
        </a:p>
      </dgm:t>
    </dgm:pt>
    <dgm:pt modelId="{A048A7CF-B460-4CE2-A225-39ADE6F7F73D}">
      <dgm:prSet/>
      <dgm:spPr/>
      <dgm:t>
        <a:bodyPr/>
        <a:lstStyle/>
        <a:p>
          <a:r>
            <a:rPr lang="en-IN"/>
            <a:t>Support data-driven recruitment</a:t>
          </a:r>
          <a:endParaRPr lang="en-US"/>
        </a:p>
      </dgm:t>
    </dgm:pt>
    <dgm:pt modelId="{33BBF4C8-3153-4353-B111-74211BDC75F2}" type="parTrans" cxnId="{9F8F8D40-B703-415F-B544-6120A5BC2758}">
      <dgm:prSet/>
      <dgm:spPr/>
      <dgm:t>
        <a:bodyPr/>
        <a:lstStyle/>
        <a:p>
          <a:endParaRPr lang="en-US"/>
        </a:p>
      </dgm:t>
    </dgm:pt>
    <dgm:pt modelId="{FDEB7F73-5743-44D3-923B-F7367E49371E}" type="sibTrans" cxnId="{9F8F8D40-B703-415F-B544-6120A5BC2758}">
      <dgm:prSet/>
      <dgm:spPr/>
      <dgm:t>
        <a:bodyPr/>
        <a:lstStyle/>
        <a:p>
          <a:endParaRPr lang="en-US"/>
        </a:p>
      </dgm:t>
    </dgm:pt>
    <dgm:pt modelId="{158CAA3A-43E5-4EB1-AED8-E185CB864345}">
      <dgm:prSet/>
      <dgm:spPr/>
      <dgm:t>
        <a:bodyPr/>
        <a:lstStyle/>
        <a:p>
          <a:r>
            <a:rPr lang="en-IN"/>
            <a:t>Improve talent acquisition strategy</a:t>
          </a:r>
          <a:endParaRPr lang="en-US"/>
        </a:p>
      </dgm:t>
    </dgm:pt>
    <dgm:pt modelId="{12C8301B-DF67-4AC5-85A0-B6F8364FEFE7}" type="parTrans" cxnId="{6BAAE7CC-1905-4361-A4B3-B46C1D1AE403}">
      <dgm:prSet/>
      <dgm:spPr/>
      <dgm:t>
        <a:bodyPr/>
        <a:lstStyle/>
        <a:p>
          <a:endParaRPr lang="en-US"/>
        </a:p>
      </dgm:t>
    </dgm:pt>
    <dgm:pt modelId="{97D2859F-9416-4DBF-9F93-4C44F04C6F93}" type="sibTrans" cxnId="{6BAAE7CC-1905-4361-A4B3-B46C1D1AE403}">
      <dgm:prSet/>
      <dgm:spPr/>
      <dgm:t>
        <a:bodyPr/>
        <a:lstStyle/>
        <a:p>
          <a:endParaRPr lang="en-US"/>
        </a:p>
      </dgm:t>
    </dgm:pt>
    <dgm:pt modelId="{98D4E23B-65A1-4DB9-8798-91EFE03B4917}">
      <dgm:prSet/>
      <dgm:spPr/>
      <dgm:t>
        <a:bodyPr/>
        <a:lstStyle/>
        <a:p>
          <a:r>
            <a:rPr lang="en-IN"/>
            <a:t>Enhanced Employee Retention</a:t>
          </a:r>
          <a:endParaRPr lang="en-US"/>
        </a:p>
      </dgm:t>
    </dgm:pt>
    <dgm:pt modelId="{DBCAFC2A-CEB3-4745-ABBA-33BB1F06FCB5}" type="parTrans" cxnId="{0F10E039-2021-41C8-A9CC-12714598F91F}">
      <dgm:prSet/>
      <dgm:spPr/>
      <dgm:t>
        <a:bodyPr/>
        <a:lstStyle/>
        <a:p>
          <a:endParaRPr lang="en-US"/>
        </a:p>
      </dgm:t>
    </dgm:pt>
    <dgm:pt modelId="{3E758CCF-FB7E-45EB-B936-9EFB44A4BB4F}" type="sibTrans" cxnId="{0F10E039-2021-41C8-A9CC-12714598F91F}">
      <dgm:prSet/>
      <dgm:spPr/>
      <dgm:t>
        <a:bodyPr/>
        <a:lstStyle/>
        <a:p>
          <a:endParaRPr lang="en-US"/>
        </a:p>
      </dgm:t>
    </dgm:pt>
    <dgm:pt modelId="{B4330BDF-5320-47FA-84E3-91A330FB7C4E}">
      <dgm:prSet/>
      <dgm:spPr/>
      <dgm:t>
        <a:bodyPr/>
        <a:lstStyle/>
        <a:p>
          <a:r>
            <a:rPr lang="en-IN"/>
            <a:t>Monitor workforce patterns</a:t>
          </a:r>
          <a:endParaRPr lang="en-US"/>
        </a:p>
      </dgm:t>
    </dgm:pt>
    <dgm:pt modelId="{37488401-B6CE-4A63-9ADC-53F02D734550}" type="parTrans" cxnId="{989A00B6-63B2-447D-AA5F-BFE7D6459636}">
      <dgm:prSet/>
      <dgm:spPr/>
      <dgm:t>
        <a:bodyPr/>
        <a:lstStyle/>
        <a:p>
          <a:endParaRPr lang="en-US"/>
        </a:p>
      </dgm:t>
    </dgm:pt>
    <dgm:pt modelId="{BBB0B7B2-55A7-4420-9C3B-10AA355F8D8F}" type="sibTrans" cxnId="{989A00B6-63B2-447D-AA5F-BFE7D6459636}">
      <dgm:prSet/>
      <dgm:spPr/>
      <dgm:t>
        <a:bodyPr/>
        <a:lstStyle/>
        <a:p>
          <a:endParaRPr lang="en-US"/>
        </a:p>
      </dgm:t>
    </dgm:pt>
    <dgm:pt modelId="{66276A7B-FA6D-4764-899F-3805A8BBF48D}">
      <dgm:prSet/>
      <dgm:spPr/>
      <dgm:t>
        <a:bodyPr/>
        <a:lstStyle/>
        <a:p>
          <a:r>
            <a:rPr lang="en-IN"/>
            <a:t>Improve employee engagement</a:t>
          </a:r>
          <a:endParaRPr lang="en-US"/>
        </a:p>
      </dgm:t>
    </dgm:pt>
    <dgm:pt modelId="{985DD012-7844-4846-AD6B-0E9FAC5F397A}" type="parTrans" cxnId="{1245CD5B-CBBD-4799-B7E8-66C26EF5C4B7}">
      <dgm:prSet/>
      <dgm:spPr/>
      <dgm:t>
        <a:bodyPr/>
        <a:lstStyle/>
        <a:p>
          <a:endParaRPr lang="en-US"/>
        </a:p>
      </dgm:t>
    </dgm:pt>
    <dgm:pt modelId="{C917F445-BD5E-474F-B3B0-790474D67F05}" type="sibTrans" cxnId="{1245CD5B-CBBD-4799-B7E8-66C26EF5C4B7}">
      <dgm:prSet/>
      <dgm:spPr/>
      <dgm:t>
        <a:bodyPr/>
        <a:lstStyle/>
        <a:p>
          <a:endParaRPr lang="en-US"/>
        </a:p>
      </dgm:t>
    </dgm:pt>
    <dgm:pt modelId="{26775244-9E13-4836-9C1F-87B90BFF24A4}">
      <dgm:prSet/>
      <dgm:spPr/>
      <dgm:t>
        <a:bodyPr/>
        <a:lstStyle/>
        <a:p>
          <a:r>
            <a:rPr lang="en-IN"/>
            <a:t>Reduce employee turnover</a:t>
          </a:r>
          <a:endParaRPr lang="en-US"/>
        </a:p>
      </dgm:t>
    </dgm:pt>
    <dgm:pt modelId="{B56CA0E7-2E68-4E18-BA8B-708F1C358274}" type="parTrans" cxnId="{88EFBF67-CE66-40A6-B428-3FE3E3BFA0AD}">
      <dgm:prSet/>
      <dgm:spPr/>
      <dgm:t>
        <a:bodyPr/>
        <a:lstStyle/>
        <a:p>
          <a:endParaRPr lang="en-US"/>
        </a:p>
      </dgm:t>
    </dgm:pt>
    <dgm:pt modelId="{49D633B0-F7CF-47C4-83C4-5F2A38B7F2DE}" type="sibTrans" cxnId="{88EFBF67-CE66-40A6-B428-3FE3E3BFA0AD}">
      <dgm:prSet/>
      <dgm:spPr/>
      <dgm:t>
        <a:bodyPr/>
        <a:lstStyle/>
        <a:p>
          <a:endParaRPr lang="en-US"/>
        </a:p>
      </dgm:t>
    </dgm:pt>
    <dgm:pt modelId="{4F7C8930-2C94-4848-B02C-F9168C50CF1F}">
      <dgm:prSet/>
      <dgm:spPr/>
      <dgm:t>
        <a:bodyPr/>
        <a:lstStyle/>
        <a:p>
          <a:r>
            <a:rPr lang="en-IN"/>
            <a:t>Strategic Workforce Planning </a:t>
          </a:r>
          <a:endParaRPr lang="en-US"/>
        </a:p>
      </dgm:t>
    </dgm:pt>
    <dgm:pt modelId="{D5424905-46B8-49A0-B881-CCFDA3F88533}" type="parTrans" cxnId="{DE0A75F6-420E-4E07-BD18-E78745768319}">
      <dgm:prSet/>
      <dgm:spPr/>
      <dgm:t>
        <a:bodyPr/>
        <a:lstStyle/>
        <a:p>
          <a:endParaRPr lang="en-US"/>
        </a:p>
      </dgm:t>
    </dgm:pt>
    <dgm:pt modelId="{0009AA2C-10A8-41F3-81DF-E77F993D544F}" type="sibTrans" cxnId="{DE0A75F6-420E-4E07-BD18-E78745768319}">
      <dgm:prSet/>
      <dgm:spPr/>
      <dgm:t>
        <a:bodyPr/>
        <a:lstStyle/>
        <a:p>
          <a:endParaRPr lang="en-US"/>
        </a:p>
      </dgm:t>
    </dgm:pt>
    <dgm:pt modelId="{1CAD2C48-075D-4893-9073-BD30B84A3983}">
      <dgm:prSet/>
      <dgm:spPr/>
      <dgm:t>
        <a:bodyPr/>
        <a:lstStyle/>
        <a:p>
          <a:r>
            <a:rPr lang="en-IN"/>
            <a:t>Optimize staffing levels</a:t>
          </a:r>
          <a:endParaRPr lang="en-US"/>
        </a:p>
      </dgm:t>
    </dgm:pt>
    <dgm:pt modelId="{0E15CDBF-47DD-49A6-A127-7372B055860F}" type="parTrans" cxnId="{D2B1652A-1AA8-4AC5-A362-C507F7524CF2}">
      <dgm:prSet/>
      <dgm:spPr/>
      <dgm:t>
        <a:bodyPr/>
        <a:lstStyle/>
        <a:p>
          <a:endParaRPr lang="en-US"/>
        </a:p>
      </dgm:t>
    </dgm:pt>
    <dgm:pt modelId="{23654E74-00F4-4458-92F9-B80944081C19}" type="sibTrans" cxnId="{D2B1652A-1AA8-4AC5-A362-C507F7524CF2}">
      <dgm:prSet/>
      <dgm:spPr/>
      <dgm:t>
        <a:bodyPr/>
        <a:lstStyle/>
        <a:p>
          <a:endParaRPr lang="en-US"/>
        </a:p>
      </dgm:t>
    </dgm:pt>
    <dgm:pt modelId="{64660304-D4F2-41DF-9CF2-FE07B9003442}">
      <dgm:prSet/>
      <dgm:spPr/>
      <dgm:t>
        <a:bodyPr/>
        <a:lstStyle/>
        <a:p>
          <a:r>
            <a:rPr lang="en-IN"/>
            <a:t>Improve organizational efficiency</a:t>
          </a:r>
          <a:endParaRPr lang="en-US"/>
        </a:p>
      </dgm:t>
    </dgm:pt>
    <dgm:pt modelId="{C6D45234-ED29-493C-AA8D-16EFC46F02FB}" type="parTrans" cxnId="{20676C2C-6852-4330-BA9D-8D302D5D4C49}">
      <dgm:prSet/>
      <dgm:spPr/>
      <dgm:t>
        <a:bodyPr/>
        <a:lstStyle/>
        <a:p>
          <a:endParaRPr lang="en-US"/>
        </a:p>
      </dgm:t>
    </dgm:pt>
    <dgm:pt modelId="{8BE5CA98-9C78-42F5-B1F4-00634DD70A4C}" type="sibTrans" cxnId="{20676C2C-6852-4330-BA9D-8D302D5D4C49}">
      <dgm:prSet/>
      <dgm:spPr/>
      <dgm:t>
        <a:bodyPr/>
        <a:lstStyle/>
        <a:p>
          <a:endParaRPr lang="en-US"/>
        </a:p>
      </dgm:t>
    </dgm:pt>
    <dgm:pt modelId="{2F00225D-E776-4412-8D99-3B581C3D5E73}" type="pres">
      <dgm:prSet presAssocID="{3C24EF0B-1677-48F2-A6E5-AEA163EC8DF8}" presName="diagram" presStyleCnt="0">
        <dgm:presLayoutVars>
          <dgm:dir/>
          <dgm:resizeHandles val="exact"/>
        </dgm:presLayoutVars>
      </dgm:prSet>
      <dgm:spPr/>
    </dgm:pt>
    <dgm:pt modelId="{1C7C73E5-68CA-444F-9C11-38499930B887}" type="pres">
      <dgm:prSet presAssocID="{71CDCEA8-8B10-4673-BF25-0510F89B01EC}" presName="node" presStyleLbl="node1" presStyleIdx="0" presStyleCnt="11">
        <dgm:presLayoutVars>
          <dgm:bulletEnabled val="1"/>
        </dgm:presLayoutVars>
      </dgm:prSet>
      <dgm:spPr/>
    </dgm:pt>
    <dgm:pt modelId="{1A9AF974-EEE8-4355-8E6A-7E6E758EA792}" type="pres">
      <dgm:prSet presAssocID="{283526D0-6A7C-4B60-9D6E-739CF05558FA}" presName="sibTrans" presStyleCnt="0"/>
      <dgm:spPr/>
    </dgm:pt>
    <dgm:pt modelId="{1527FE42-15CE-47B6-B6E3-94BCB3378EC4}" type="pres">
      <dgm:prSet presAssocID="{37560B8F-1B45-4E0E-A264-57E51C4DD64F}" presName="node" presStyleLbl="node1" presStyleIdx="1" presStyleCnt="11">
        <dgm:presLayoutVars>
          <dgm:bulletEnabled val="1"/>
        </dgm:presLayoutVars>
      </dgm:prSet>
      <dgm:spPr/>
    </dgm:pt>
    <dgm:pt modelId="{BD7AC4D8-F94A-44BF-9668-A410F5B277A3}" type="pres">
      <dgm:prSet presAssocID="{889A5788-FDB0-429D-9B4E-3AFE33FDB2D1}" presName="sibTrans" presStyleCnt="0"/>
      <dgm:spPr/>
    </dgm:pt>
    <dgm:pt modelId="{46CA3BE2-82DC-4B2F-BEAE-D4EA8994C951}" type="pres">
      <dgm:prSet presAssocID="{A048A7CF-B460-4CE2-A225-39ADE6F7F73D}" presName="node" presStyleLbl="node1" presStyleIdx="2" presStyleCnt="11">
        <dgm:presLayoutVars>
          <dgm:bulletEnabled val="1"/>
        </dgm:presLayoutVars>
      </dgm:prSet>
      <dgm:spPr/>
    </dgm:pt>
    <dgm:pt modelId="{04B50B62-E5C4-4BA2-BBF7-EDB7669CDC81}" type="pres">
      <dgm:prSet presAssocID="{FDEB7F73-5743-44D3-923B-F7367E49371E}" presName="sibTrans" presStyleCnt="0"/>
      <dgm:spPr/>
    </dgm:pt>
    <dgm:pt modelId="{1B1F460C-281C-4945-99B8-F0A02EB276ED}" type="pres">
      <dgm:prSet presAssocID="{158CAA3A-43E5-4EB1-AED8-E185CB864345}" presName="node" presStyleLbl="node1" presStyleIdx="3" presStyleCnt="11">
        <dgm:presLayoutVars>
          <dgm:bulletEnabled val="1"/>
        </dgm:presLayoutVars>
      </dgm:prSet>
      <dgm:spPr/>
    </dgm:pt>
    <dgm:pt modelId="{E01E95F8-3B88-44DA-A53D-D4EF10BF1B24}" type="pres">
      <dgm:prSet presAssocID="{97D2859F-9416-4DBF-9F93-4C44F04C6F93}" presName="sibTrans" presStyleCnt="0"/>
      <dgm:spPr/>
    </dgm:pt>
    <dgm:pt modelId="{7175AB5C-FDD8-4517-ADF5-09F721363BBA}" type="pres">
      <dgm:prSet presAssocID="{98D4E23B-65A1-4DB9-8798-91EFE03B4917}" presName="node" presStyleLbl="node1" presStyleIdx="4" presStyleCnt="11">
        <dgm:presLayoutVars>
          <dgm:bulletEnabled val="1"/>
        </dgm:presLayoutVars>
      </dgm:prSet>
      <dgm:spPr/>
    </dgm:pt>
    <dgm:pt modelId="{8CBF78FF-CAEB-4215-ABA7-875116A4DD83}" type="pres">
      <dgm:prSet presAssocID="{3E758CCF-FB7E-45EB-B936-9EFB44A4BB4F}" presName="sibTrans" presStyleCnt="0"/>
      <dgm:spPr/>
    </dgm:pt>
    <dgm:pt modelId="{052BDDCA-824C-4817-8732-E4A56BD2E78C}" type="pres">
      <dgm:prSet presAssocID="{B4330BDF-5320-47FA-84E3-91A330FB7C4E}" presName="node" presStyleLbl="node1" presStyleIdx="5" presStyleCnt="11">
        <dgm:presLayoutVars>
          <dgm:bulletEnabled val="1"/>
        </dgm:presLayoutVars>
      </dgm:prSet>
      <dgm:spPr/>
    </dgm:pt>
    <dgm:pt modelId="{111F85D7-9610-41BD-8F89-054EE8B80690}" type="pres">
      <dgm:prSet presAssocID="{BBB0B7B2-55A7-4420-9C3B-10AA355F8D8F}" presName="sibTrans" presStyleCnt="0"/>
      <dgm:spPr/>
    </dgm:pt>
    <dgm:pt modelId="{D665DA03-AA3E-4053-B38D-6F2835887611}" type="pres">
      <dgm:prSet presAssocID="{66276A7B-FA6D-4764-899F-3805A8BBF48D}" presName="node" presStyleLbl="node1" presStyleIdx="6" presStyleCnt="11">
        <dgm:presLayoutVars>
          <dgm:bulletEnabled val="1"/>
        </dgm:presLayoutVars>
      </dgm:prSet>
      <dgm:spPr/>
    </dgm:pt>
    <dgm:pt modelId="{8FCAC3E1-1B0B-4684-9D42-E0F4EE96E692}" type="pres">
      <dgm:prSet presAssocID="{C917F445-BD5E-474F-B3B0-790474D67F05}" presName="sibTrans" presStyleCnt="0"/>
      <dgm:spPr/>
    </dgm:pt>
    <dgm:pt modelId="{8B7EBB4B-AA94-4601-B1DC-9214E174BE63}" type="pres">
      <dgm:prSet presAssocID="{26775244-9E13-4836-9C1F-87B90BFF24A4}" presName="node" presStyleLbl="node1" presStyleIdx="7" presStyleCnt="11">
        <dgm:presLayoutVars>
          <dgm:bulletEnabled val="1"/>
        </dgm:presLayoutVars>
      </dgm:prSet>
      <dgm:spPr/>
    </dgm:pt>
    <dgm:pt modelId="{E200F752-18D0-4C64-8BC5-ACF6252862D6}" type="pres">
      <dgm:prSet presAssocID="{49D633B0-F7CF-47C4-83C4-5F2A38B7F2DE}" presName="sibTrans" presStyleCnt="0"/>
      <dgm:spPr/>
    </dgm:pt>
    <dgm:pt modelId="{0F894A27-9C3D-4177-A36C-9D037E501B23}" type="pres">
      <dgm:prSet presAssocID="{4F7C8930-2C94-4848-B02C-F9168C50CF1F}" presName="node" presStyleLbl="node1" presStyleIdx="8" presStyleCnt="11">
        <dgm:presLayoutVars>
          <dgm:bulletEnabled val="1"/>
        </dgm:presLayoutVars>
      </dgm:prSet>
      <dgm:spPr/>
    </dgm:pt>
    <dgm:pt modelId="{2DB2DC74-B5B1-4714-8C24-B38162177223}" type="pres">
      <dgm:prSet presAssocID="{0009AA2C-10A8-41F3-81DF-E77F993D544F}" presName="sibTrans" presStyleCnt="0"/>
      <dgm:spPr/>
    </dgm:pt>
    <dgm:pt modelId="{56F33272-7B56-454E-B5A9-1E10056AE3CB}" type="pres">
      <dgm:prSet presAssocID="{1CAD2C48-075D-4893-9073-BD30B84A3983}" presName="node" presStyleLbl="node1" presStyleIdx="9" presStyleCnt="11">
        <dgm:presLayoutVars>
          <dgm:bulletEnabled val="1"/>
        </dgm:presLayoutVars>
      </dgm:prSet>
      <dgm:spPr/>
    </dgm:pt>
    <dgm:pt modelId="{1DE0820A-1872-4C02-B7EA-383CDE7E86D3}" type="pres">
      <dgm:prSet presAssocID="{23654E74-00F4-4458-92F9-B80944081C19}" presName="sibTrans" presStyleCnt="0"/>
      <dgm:spPr/>
    </dgm:pt>
    <dgm:pt modelId="{0082E3A2-C4CA-4B38-B1C9-A403203E91E4}" type="pres">
      <dgm:prSet presAssocID="{64660304-D4F2-41DF-9CF2-FE07B9003442}" presName="node" presStyleLbl="node1" presStyleIdx="10" presStyleCnt="11">
        <dgm:presLayoutVars>
          <dgm:bulletEnabled val="1"/>
        </dgm:presLayoutVars>
      </dgm:prSet>
      <dgm:spPr/>
    </dgm:pt>
  </dgm:ptLst>
  <dgm:cxnLst>
    <dgm:cxn modelId="{F7DEC90A-E7A6-4CC5-9AA3-47073D4C4A7B}" type="presOf" srcId="{64660304-D4F2-41DF-9CF2-FE07B9003442}" destId="{0082E3A2-C4CA-4B38-B1C9-A403203E91E4}" srcOrd="0" destOrd="0" presId="urn:microsoft.com/office/officeart/2005/8/layout/default"/>
    <dgm:cxn modelId="{23033D0C-9444-4544-8BB0-2B793B3CC956}" type="presOf" srcId="{98D4E23B-65A1-4DB9-8798-91EFE03B4917}" destId="{7175AB5C-FDD8-4517-ADF5-09F721363BBA}" srcOrd="0" destOrd="0" presId="urn:microsoft.com/office/officeart/2005/8/layout/default"/>
    <dgm:cxn modelId="{FD55B615-D491-4D56-87B3-AEB892BF28FB}" type="presOf" srcId="{71CDCEA8-8B10-4673-BF25-0510F89B01EC}" destId="{1C7C73E5-68CA-444F-9C11-38499930B887}" srcOrd="0" destOrd="0" presId="urn:microsoft.com/office/officeart/2005/8/layout/default"/>
    <dgm:cxn modelId="{11ED091D-2468-4080-80FA-C7D119BCD335}" type="presOf" srcId="{37560B8F-1B45-4E0E-A264-57E51C4DD64F}" destId="{1527FE42-15CE-47B6-B6E3-94BCB3378EC4}" srcOrd="0" destOrd="0" presId="urn:microsoft.com/office/officeart/2005/8/layout/default"/>
    <dgm:cxn modelId="{8B983628-F5F4-465F-A88D-6ACF71333C66}" type="presOf" srcId="{1CAD2C48-075D-4893-9073-BD30B84A3983}" destId="{56F33272-7B56-454E-B5A9-1E10056AE3CB}" srcOrd="0" destOrd="0" presId="urn:microsoft.com/office/officeart/2005/8/layout/default"/>
    <dgm:cxn modelId="{D2B1652A-1AA8-4AC5-A362-C507F7524CF2}" srcId="{3C24EF0B-1677-48F2-A6E5-AEA163EC8DF8}" destId="{1CAD2C48-075D-4893-9073-BD30B84A3983}" srcOrd="9" destOrd="0" parTransId="{0E15CDBF-47DD-49A6-A127-7372B055860F}" sibTransId="{23654E74-00F4-4458-92F9-B80944081C19}"/>
    <dgm:cxn modelId="{20676C2C-6852-4330-BA9D-8D302D5D4C49}" srcId="{3C24EF0B-1677-48F2-A6E5-AEA163EC8DF8}" destId="{64660304-D4F2-41DF-9CF2-FE07B9003442}" srcOrd="10" destOrd="0" parTransId="{C6D45234-ED29-493C-AA8D-16EFC46F02FB}" sibTransId="{8BE5CA98-9C78-42F5-B1F4-00634DD70A4C}"/>
    <dgm:cxn modelId="{96FBC938-36A0-4040-BF9F-64A9D961CF25}" type="presOf" srcId="{66276A7B-FA6D-4764-899F-3805A8BBF48D}" destId="{D665DA03-AA3E-4053-B38D-6F2835887611}" srcOrd="0" destOrd="0" presId="urn:microsoft.com/office/officeart/2005/8/layout/default"/>
    <dgm:cxn modelId="{0F10E039-2021-41C8-A9CC-12714598F91F}" srcId="{3C24EF0B-1677-48F2-A6E5-AEA163EC8DF8}" destId="{98D4E23B-65A1-4DB9-8798-91EFE03B4917}" srcOrd="4" destOrd="0" parTransId="{DBCAFC2A-CEB3-4745-ABBA-33BB1F06FCB5}" sibTransId="{3E758CCF-FB7E-45EB-B936-9EFB44A4BB4F}"/>
    <dgm:cxn modelId="{9F8F8D40-B703-415F-B544-6120A5BC2758}" srcId="{3C24EF0B-1677-48F2-A6E5-AEA163EC8DF8}" destId="{A048A7CF-B460-4CE2-A225-39ADE6F7F73D}" srcOrd="2" destOrd="0" parTransId="{33BBF4C8-3153-4353-B111-74211BDC75F2}" sibTransId="{FDEB7F73-5743-44D3-923B-F7367E49371E}"/>
    <dgm:cxn modelId="{1245CD5B-CBBD-4799-B7E8-66C26EF5C4B7}" srcId="{3C24EF0B-1677-48F2-A6E5-AEA163EC8DF8}" destId="{66276A7B-FA6D-4764-899F-3805A8BBF48D}" srcOrd="6" destOrd="0" parTransId="{985DD012-7844-4846-AD6B-0E9FAC5F397A}" sibTransId="{C917F445-BD5E-474F-B3B0-790474D67F05}"/>
    <dgm:cxn modelId="{58AC2D41-60F6-4674-90E2-2D9D36D71986}" srcId="{3C24EF0B-1677-48F2-A6E5-AEA163EC8DF8}" destId="{71CDCEA8-8B10-4673-BF25-0510F89B01EC}" srcOrd="0" destOrd="0" parTransId="{98E5AB26-83B3-4145-BF63-B3BF08921F33}" sibTransId="{283526D0-6A7C-4B60-9D6E-739CF05558FA}"/>
    <dgm:cxn modelId="{7E67B964-B8F0-48BB-86FB-9A31BE666DB5}" type="presOf" srcId="{26775244-9E13-4836-9C1F-87B90BFF24A4}" destId="{8B7EBB4B-AA94-4601-B1DC-9214E174BE63}" srcOrd="0" destOrd="0" presId="urn:microsoft.com/office/officeart/2005/8/layout/default"/>
    <dgm:cxn modelId="{88EFBF67-CE66-40A6-B428-3FE3E3BFA0AD}" srcId="{3C24EF0B-1677-48F2-A6E5-AEA163EC8DF8}" destId="{26775244-9E13-4836-9C1F-87B90BFF24A4}" srcOrd="7" destOrd="0" parTransId="{B56CA0E7-2E68-4E18-BA8B-708F1C358274}" sibTransId="{49D633B0-F7CF-47C4-83C4-5F2A38B7F2DE}"/>
    <dgm:cxn modelId="{8D186E4B-C430-4556-9283-13DBFD88142E}" type="presOf" srcId="{3C24EF0B-1677-48F2-A6E5-AEA163EC8DF8}" destId="{2F00225D-E776-4412-8D99-3B581C3D5E73}" srcOrd="0" destOrd="0" presId="urn:microsoft.com/office/officeart/2005/8/layout/default"/>
    <dgm:cxn modelId="{EC9C9853-A0A8-470E-9469-C3CD50C0435D}" type="presOf" srcId="{A048A7CF-B460-4CE2-A225-39ADE6F7F73D}" destId="{46CA3BE2-82DC-4B2F-BEAE-D4EA8994C951}" srcOrd="0" destOrd="0" presId="urn:microsoft.com/office/officeart/2005/8/layout/default"/>
    <dgm:cxn modelId="{6D6E02A0-F5C7-4CDD-971F-FEB7BA456534}" type="presOf" srcId="{158CAA3A-43E5-4EB1-AED8-E185CB864345}" destId="{1B1F460C-281C-4945-99B8-F0A02EB276ED}" srcOrd="0" destOrd="0" presId="urn:microsoft.com/office/officeart/2005/8/layout/default"/>
    <dgm:cxn modelId="{165EC9A3-21D7-43DE-AFF1-27D8E1EC2534}" type="presOf" srcId="{B4330BDF-5320-47FA-84E3-91A330FB7C4E}" destId="{052BDDCA-824C-4817-8732-E4A56BD2E78C}" srcOrd="0" destOrd="0" presId="urn:microsoft.com/office/officeart/2005/8/layout/default"/>
    <dgm:cxn modelId="{7D4955A9-B7FC-413C-90AC-8FBC237D48FC}" type="presOf" srcId="{4F7C8930-2C94-4848-B02C-F9168C50CF1F}" destId="{0F894A27-9C3D-4177-A36C-9D037E501B23}" srcOrd="0" destOrd="0" presId="urn:microsoft.com/office/officeart/2005/8/layout/default"/>
    <dgm:cxn modelId="{989A00B6-63B2-447D-AA5F-BFE7D6459636}" srcId="{3C24EF0B-1677-48F2-A6E5-AEA163EC8DF8}" destId="{B4330BDF-5320-47FA-84E3-91A330FB7C4E}" srcOrd="5" destOrd="0" parTransId="{37488401-B6CE-4A63-9ADC-53F02D734550}" sibTransId="{BBB0B7B2-55A7-4420-9C3B-10AA355F8D8F}"/>
    <dgm:cxn modelId="{6BAAE7CC-1905-4361-A4B3-B46C1D1AE403}" srcId="{3C24EF0B-1677-48F2-A6E5-AEA163EC8DF8}" destId="{158CAA3A-43E5-4EB1-AED8-E185CB864345}" srcOrd="3" destOrd="0" parTransId="{12C8301B-DF67-4AC5-85A0-B6F8364FEFE7}" sibTransId="{97D2859F-9416-4DBF-9F93-4C44F04C6F93}"/>
    <dgm:cxn modelId="{E023D0EF-95AD-420B-8C20-279924959229}" srcId="{3C24EF0B-1677-48F2-A6E5-AEA163EC8DF8}" destId="{37560B8F-1B45-4E0E-A264-57E51C4DD64F}" srcOrd="1" destOrd="0" parTransId="{0EDAAAB5-3BB2-4C6C-8C48-D9D4FB24A75B}" sibTransId="{889A5788-FDB0-429D-9B4E-3AFE33FDB2D1}"/>
    <dgm:cxn modelId="{DE0A75F6-420E-4E07-BD18-E78745768319}" srcId="{3C24EF0B-1677-48F2-A6E5-AEA163EC8DF8}" destId="{4F7C8930-2C94-4848-B02C-F9168C50CF1F}" srcOrd="8" destOrd="0" parTransId="{D5424905-46B8-49A0-B881-CCFDA3F88533}" sibTransId="{0009AA2C-10A8-41F3-81DF-E77F993D544F}"/>
    <dgm:cxn modelId="{0385A28D-1336-41E5-B6A3-8FF65BF39EFA}" type="presParOf" srcId="{2F00225D-E776-4412-8D99-3B581C3D5E73}" destId="{1C7C73E5-68CA-444F-9C11-38499930B887}" srcOrd="0" destOrd="0" presId="urn:microsoft.com/office/officeart/2005/8/layout/default"/>
    <dgm:cxn modelId="{BA644047-D69A-4B92-A3F2-92012FD11C12}" type="presParOf" srcId="{2F00225D-E776-4412-8D99-3B581C3D5E73}" destId="{1A9AF974-EEE8-4355-8E6A-7E6E758EA792}" srcOrd="1" destOrd="0" presId="urn:microsoft.com/office/officeart/2005/8/layout/default"/>
    <dgm:cxn modelId="{4C06906B-266D-47B7-8E9B-CEC608AD9B44}" type="presParOf" srcId="{2F00225D-E776-4412-8D99-3B581C3D5E73}" destId="{1527FE42-15CE-47B6-B6E3-94BCB3378EC4}" srcOrd="2" destOrd="0" presId="urn:microsoft.com/office/officeart/2005/8/layout/default"/>
    <dgm:cxn modelId="{7F18D4BE-F20E-4E69-8395-2FF323495DCD}" type="presParOf" srcId="{2F00225D-E776-4412-8D99-3B581C3D5E73}" destId="{BD7AC4D8-F94A-44BF-9668-A410F5B277A3}" srcOrd="3" destOrd="0" presId="urn:microsoft.com/office/officeart/2005/8/layout/default"/>
    <dgm:cxn modelId="{F47DD8E0-842A-4961-9E33-CBF1DF29694C}" type="presParOf" srcId="{2F00225D-E776-4412-8D99-3B581C3D5E73}" destId="{46CA3BE2-82DC-4B2F-BEAE-D4EA8994C951}" srcOrd="4" destOrd="0" presId="urn:microsoft.com/office/officeart/2005/8/layout/default"/>
    <dgm:cxn modelId="{F84F9532-240F-44C3-838B-A2D90E175532}" type="presParOf" srcId="{2F00225D-E776-4412-8D99-3B581C3D5E73}" destId="{04B50B62-E5C4-4BA2-BBF7-EDB7669CDC81}" srcOrd="5" destOrd="0" presId="urn:microsoft.com/office/officeart/2005/8/layout/default"/>
    <dgm:cxn modelId="{49236C7E-F94F-4EDB-AD2A-F10F0200ADCE}" type="presParOf" srcId="{2F00225D-E776-4412-8D99-3B581C3D5E73}" destId="{1B1F460C-281C-4945-99B8-F0A02EB276ED}" srcOrd="6" destOrd="0" presId="urn:microsoft.com/office/officeart/2005/8/layout/default"/>
    <dgm:cxn modelId="{F5B61D25-A613-4BC2-808D-222FD55B533F}" type="presParOf" srcId="{2F00225D-E776-4412-8D99-3B581C3D5E73}" destId="{E01E95F8-3B88-44DA-A53D-D4EF10BF1B24}" srcOrd="7" destOrd="0" presId="urn:microsoft.com/office/officeart/2005/8/layout/default"/>
    <dgm:cxn modelId="{D5DB0AFB-96FB-4CFE-96C4-8BFB7E273607}" type="presParOf" srcId="{2F00225D-E776-4412-8D99-3B581C3D5E73}" destId="{7175AB5C-FDD8-4517-ADF5-09F721363BBA}" srcOrd="8" destOrd="0" presId="urn:microsoft.com/office/officeart/2005/8/layout/default"/>
    <dgm:cxn modelId="{E69E4E63-0981-43AD-B427-AA88AF0F4A4B}" type="presParOf" srcId="{2F00225D-E776-4412-8D99-3B581C3D5E73}" destId="{8CBF78FF-CAEB-4215-ABA7-875116A4DD83}" srcOrd="9" destOrd="0" presId="urn:microsoft.com/office/officeart/2005/8/layout/default"/>
    <dgm:cxn modelId="{A7F3EF8F-01AB-4F67-9AF7-266752A6DA17}" type="presParOf" srcId="{2F00225D-E776-4412-8D99-3B581C3D5E73}" destId="{052BDDCA-824C-4817-8732-E4A56BD2E78C}" srcOrd="10" destOrd="0" presId="urn:microsoft.com/office/officeart/2005/8/layout/default"/>
    <dgm:cxn modelId="{7EB65296-CB20-48A5-9129-D43E47928D0A}" type="presParOf" srcId="{2F00225D-E776-4412-8D99-3B581C3D5E73}" destId="{111F85D7-9610-41BD-8F89-054EE8B80690}" srcOrd="11" destOrd="0" presId="urn:microsoft.com/office/officeart/2005/8/layout/default"/>
    <dgm:cxn modelId="{D5D97CDE-CC7C-4AEF-839C-24F0E1F0EF23}" type="presParOf" srcId="{2F00225D-E776-4412-8D99-3B581C3D5E73}" destId="{D665DA03-AA3E-4053-B38D-6F2835887611}" srcOrd="12" destOrd="0" presId="urn:microsoft.com/office/officeart/2005/8/layout/default"/>
    <dgm:cxn modelId="{BFA128B0-0E94-43E8-A87D-7BE373915303}" type="presParOf" srcId="{2F00225D-E776-4412-8D99-3B581C3D5E73}" destId="{8FCAC3E1-1B0B-4684-9D42-E0F4EE96E692}" srcOrd="13" destOrd="0" presId="urn:microsoft.com/office/officeart/2005/8/layout/default"/>
    <dgm:cxn modelId="{87805E08-197C-4CC9-A7F5-D0510493C813}" type="presParOf" srcId="{2F00225D-E776-4412-8D99-3B581C3D5E73}" destId="{8B7EBB4B-AA94-4601-B1DC-9214E174BE63}" srcOrd="14" destOrd="0" presId="urn:microsoft.com/office/officeart/2005/8/layout/default"/>
    <dgm:cxn modelId="{5D449C06-6D2D-44DE-BB61-1F54AC0AAE94}" type="presParOf" srcId="{2F00225D-E776-4412-8D99-3B581C3D5E73}" destId="{E200F752-18D0-4C64-8BC5-ACF6252862D6}" srcOrd="15" destOrd="0" presId="urn:microsoft.com/office/officeart/2005/8/layout/default"/>
    <dgm:cxn modelId="{EC9BFDCA-A2A5-4221-B114-06E0DEBF9BFD}" type="presParOf" srcId="{2F00225D-E776-4412-8D99-3B581C3D5E73}" destId="{0F894A27-9C3D-4177-A36C-9D037E501B23}" srcOrd="16" destOrd="0" presId="urn:microsoft.com/office/officeart/2005/8/layout/default"/>
    <dgm:cxn modelId="{AF01A5E9-BE1A-466E-9B0C-C862521AEC44}" type="presParOf" srcId="{2F00225D-E776-4412-8D99-3B581C3D5E73}" destId="{2DB2DC74-B5B1-4714-8C24-B38162177223}" srcOrd="17" destOrd="0" presId="urn:microsoft.com/office/officeart/2005/8/layout/default"/>
    <dgm:cxn modelId="{712C6D73-F15A-4E68-8B81-EE037045D3A2}" type="presParOf" srcId="{2F00225D-E776-4412-8D99-3B581C3D5E73}" destId="{56F33272-7B56-454E-B5A9-1E10056AE3CB}" srcOrd="18" destOrd="0" presId="urn:microsoft.com/office/officeart/2005/8/layout/default"/>
    <dgm:cxn modelId="{DCC07934-D4B7-465A-8D6F-6E9585DE9B08}" type="presParOf" srcId="{2F00225D-E776-4412-8D99-3B581C3D5E73}" destId="{1DE0820A-1872-4C02-B7EA-383CDE7E86D3}" srcOrd="19" destOrd="0" presId="urn:microsoft.com/office/officeart/2005/8/layout/default"/>
    <dgm:cxn modelId="{4D0BD5B3-94C8-4E05-A94C-DA1708280D13}" type="presParOf" srcId="{2F00225D-E776-4412-8D99-3B581C3D5E73}" destId="{0082E3A2-C4CA-4B38-B1C9-A403203E91E4}" srcOrd="2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7C73E5-68CA-444F-9C11-38499930B887}">
      <dsp:nvSpPr>
        <dsp:cNvPr id="0" name=""/>
        <dsp:cNvSpPr/>
      </dsp:nvSpPr>
      <dsp:spPr>
        <a:xfrm>
          <a:off x="582645" y="1781"/>
          <a:ext cx="2174490" cy="130469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Improved Hiring Decisions </a:t>
          </a:r>
          <a:endParaRPr lang="en-US" sz="2600" kern="1200"/>
        </a:p>
      </dsp:txBody>
      <dsp:txXfrm>
        <a:off x="582645" y="1781"/>
        <a:ext cx="2174490" cy="1304694"/>
      </dsp:txXfrm>
    </dsp:sp>
    <dsp:sp modelId="{1527FE42-15CE-47B6-B6E3-94BCB3378EC4}">
      <dsp:nvSpPr>
        <dsp:cNvPr id="0" name=""/>
        <dsp:cNvSpPr/>
      </dsp:nvSpPr>
      <dsp:spPr>
        <a:xfrm>
          <a:off x="2974584" y="1781"/>
          <a:ext cx="2174490" cy="1304694"/>
        </a:xfrm>
        <a:prstGeom prst="rect">
          <a:avLst/>
        </a:prstGeom>
        <a:solidFill>
          <a:schemeClr val="accent2">
            <a:hueOff val="-145536"/>
            <a:satOff val="-8393"/>
            <a:lumOff val="8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Identify hiring trends</a:t>
          </a:r>
          <a:endParaRPr lang="en-US" sz="2600" kern="1200"/>
        </a:p>
      </dsp:txBody>
      <dsp:txXfrm>
        <a:off x="2974584" y="1781"/>
        <a:ext cx="2174490" cy="1304694"/>
      </dsp:txXfrm>
    </dsp:sp>
    <dsp:sp modelId="{46CA3BE2-82DC-4B2F-BEAE-D4EA8994C951}">
      <dsp:nvSpPr>
        <dsp:cNvPr id="0" name=""/>
        <dsp:cNvSpPr/>
      </dsp:nvSpPr>
      <dsp:spPr>
        <a:xfrm>
          <a:off x="5366524" y="1781"/>
          <a:ext cx="2174490" cy="1304694"/>
        </a:xfrm>
        <a:prstGeom prst="rect">
          <a:avLst/>
        </a:prstGeom>
        <a:solidFill>
          <a:schemeClr val="accent2">
            <a:hueOff val="-291073"/>
            <a:satOff val="-16786"/>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Support data-driven recruitment</a:t>
          </a:r>
          <a:endParaRPr lang="en-US" sz="2600" kern="1200"/>
        </a:p>
      </dsp:txBody>
      <dsp:txXfrm>
        <a:off x="5366524" y="1781"/>
        <a:ext cx="2174490" cy="1304694"/>
      </dsp:txXfrm>
    </dsp:sp>
    <dsp:sp modelId="{1B1F460C-281C-4945-99B8-F0A02EB276ED}">
      <dsp:nvSpPr>
        <dsp:cNvPr id="0" name=""/>
        <dsp:cNvSpPr/>
      </dsp:nvSpPr>
      <dsp:spPr>
        <a:xfrm>
          <a:off x="7758464" y="1781"/>
          <a:ext cx="2174490" cy="1304694"/>
        </a:xfrm>
        <a:prstGeom prst="rect">
          <a:avLst/>
        </a:prstGeom>
        <a:solidFill>
          <a:schemeClr val="accent2">
            <a:hueOff val="-436609"/>
            <a:satOff val="-25178"/>
            <a:lumOff val="2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Improve talent acquisition strategy</a:t>
          </a:r>
          <a:endParaRPr lang="en-US" sz="2600" kern="1200"/>
        </a:p>
      </dsp:txBody>
      <dsp:txXfrm>
        <a:off x="7758464" y="1781"/>
        <a:ext cx="2174490" cy="1304694"/>
      </dsp:txXfrm>
    </dsp:sp>
    <dsp:sp modelId="{7175AB5C-FDD8-4517-ADF5-09F721363BBA}">
      <dsp:nvSpPr>
        <dsp:cNvPr id="0" name=""/>
        <dsp:cNvSpPr/>
      </dsp:nvSpPr>
      <dsp:spPr>
        <a:xfrm>
          <a:off x="582645" y="1523924"/>
          <a:ext cx="2174490" cy="1304694"/>
        </a:xfrm>
        <a:prstGeom prst="rect">
          <a:avLst/>
        </a:prstGeom>
        <a:solidFill>
          <a:schemeClr val="accent2">
            <a:hueOff val="-582145"/>
            <a:satOff val="-33571"/>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Enhanced Employee Retention</a:t>
          </a:r>
          <a:endParaRPr lang="en-US" sz="2600" kern="1200"/>
        </a:p>
      </dsp:txBody>
      <dsp:txXfrm>
        <a:off x="582645" y="1523924"/>
        <a:ext cx="2174490" cy="1304694"/>
      </dsp:txXfrm>
    </dsp:sp>
    <dsp:sp modelId="{052BDDCA-824C-4817-8732-E4A56BD2E78C}">
      <dsp:nvSpPr>
        <dsp:cNvPr id="0" name=""/>
        <dsp:cNvSpPr/>
      </dsp:nvSpPr>
      <dsp:spPr>
        <a:xfrm>
          <a:off x="2974584" y="1523924"/>
          <a:ext cx="2174490" cy="1304694"/>
        </a:xfrm>
        <a:prstGeom prst="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Monitor workforce patterns</a:t>
          </a:r>
          <a:endParaRPr lang="en-US" sz="2600" kern="1200"/>
        </a:p>
      </dsp:txBody>
      <dsp:txXfrm>
        <a:off x="2974584" y="1523924"/>
        <a:ext cx="2174490" cy="1304694"/>
      </dsp:txXfrm>
    </dsp:sp>
    <dsp:sp modelId="{D665DA03-AA3E-4053-B38D-6F2835887611}">
      <dsp:nvSpPr>
        <dsp:cNvPr id="0" name=""/>
        <dsp:cNvSpPr/>
      </dsp:nvSpPr>
      <dsp:spPr>
        <a:xfrm>
          <a:off x="5366524" y="1523924"/>
          <a:ext cx="2174490" cy="1304694"/>
        </a:xfrm>
        <a:prstGeom prst="rect">
          <a:avLst/>
        </a:prstGeom>
        <a:solidFill>
          <a:schemeClr val="accent2">
            <a:hueOff val="-873218"/>
            <a:satOff val="-5035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Improve employee engagement</a:t>
          </a:r>
          <a:endParaRPr lang="en-US" sz="2600" kern="1200"/>
        </a:p>
      </dsp:txBody>
      <dsp:txXfrm>
        <a:off x="5366524" y="1523924"/>
        <a:ext cx="2174490" cy="1304694"/>
      </dsp:txXfrm>
    </dsp:sp>
    <dsp:sp modelId="{8B7EBB4B-AA94-4601-B1DC-9214E174BE63}">
      <dsp:nvSpPr>
        <dsp:cNvPr id="0" name=""/>
        <dsp:cNvSpPr/>
      </dsp:nvSpPr>
      <dsp:spPr>
        <a:xfrm>
          <a:off x="7758464" y="1523924"/>
          <a:ext cx="2174490" cy="1304694"/>
        </a:xfrm>
        <a:prstGeom prst="rect">
          <a:avLst/>
        </a:prstGeom>
        <a:solidFill>
          <a:schemeClr val="accent2">
            <a:hueOff val="-1018754"/>
            <a:satOff val="-58750"/>
            <a:lumOff val="604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Reduce employee turnover</a:t>
          </a:r>
          <a:endParaRPr lang="en-US" sz="2600" kern="1200"/>
        </a:p>
      </dsp:txBody>
      <dsp:txXfrm>
        <a:off x="7758464" y="1523924"/>
        <a:ext cx="2174490" cy="1304694"/>
      </dsp:txXfrm>
    </dsp:sp>
    <dsp:sp modelId="{0F894A27-9C3D-4177-A36C-9D037E501B23}">
      <dsp:nvSpPr>
        <dsp:cNvPr id="0" name=""/>
        <dsp:cNvSpPr/>
      </dsp:nvSpPr>
      <dsp:spPr>
        <a:xfrm>
          <a:off x="1778615" y="3046068"/>
          <a:ext cx="2174490" cy="1304694"/>
        </a:xfrm>
        <a:prstGeom prst="rect">
          <a:avLst/>
        </a:prstGeom>
        <a:solidFill>
          <a:schemeClr val="accent2">
            <a:hueOff val="-1164290"/>
            <a:satOff val="-67142"/>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Strategic Workforce Planning </a:t>
          </a:r>
          <a:endParaRPr lang="en-US" sz="2600" kern="1200"/>
        </a:p>
      </dsp:txBody>
      <dsp:txXfrm>
        <a:off x="1778615" y="3046068"/>
        <a:ext cx="2174490" cy="1304694"/>
      </dsp:txXfrm>
    </dsp:sp>
    <dsp:sp modelId="{56F33272-7B56-454E-B5A9-1E10056AE3CB}">
      <dsp:nvSpPr>
        <dsp:cNvPr id="0" name=""/>
        <dsp:cNvSpPr/>
      </dsp:nvSpPr>
      <dsp:spPr>
        <a:xfrm>
          <a:off x="4170554" y="3046068"/>
          <a:ext cx="2174490" cy="1304694"/>
        </a:xfrm>
        <a:prstGeom prst="rect">
          <a:avLst/>
        </a:prstGeom>
        <a:solidFill>
          <a:schemeClr val="accent2">
            <a:hueOff val="-1309827"/>
            <a:satOff val="-75535"/>
            <a:lumOff val="7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Optimize staffing levels</a:t>
          </a:r>
          <a:endParaRPr lang="en-US" sz="2600" kern="1200"/>
        </a:p>
      </dsp:txBody>
      <dsp:txXfrm>
        <a:off x="4170554" y="3046068"/>
        <a:ext cx="2174490" cy="1304694"/>
      </dsp:txXfrm>
    </dsp:sp>
    <dsp:sp modelId="{0082E3A2-C4CA-4B38-B1C9-A403203E91E4}">
      <dsp:nvSpPr>
        <dsp:cNvPr id="0" name=""/>
        <dsp:cNvSpPr/>
      </dsp:nvSpPr>
      <dsp:spPr>
        <a:xfrm>
          <a:off x="6562494" y="3046068"/>
          <a:ext cx="2174490" cy="1304694"/>
        </a:xfrm>
        <a:prstGeom prst="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Improve organizational efficiency</a:t>
          </a:r>
          <a:endParaRPr lang="en-US" sz="2600" kern="1200"/>
        </a:p>
      </dsp:txBody>
      <dsp:txXfrm>
        <a:off x="6562494" y="3046068"/>
        <a:ext cx="2174490" cy="130469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8336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52677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69250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61834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6/18/2026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07867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08321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6/18/2026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51652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09216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92684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8968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20106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6/18/2026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3544044384"/>
      </p:ext>
    </p:extLst>
  </p:cSld>
  <p:clrMap bg1="lt1" tx1="dk1" bg2="lt2" tx2="dk2" accent1="accent1" accent2="accent2" accent3="accent3" accent4="accent4" accent5="accent5" accent6="accent6" hlink="hlink" folHlink="folHlink"/>
  <p:sldLayoutIdLst>
    <p:sldLayoutId id="2147484023" r:id="rId1"/>
    <p:sldLayoutId id="2147484024" r:id="rId2"/>
    <p:sldLayoutId id="2147484025" r:id="rId3"/>
    <p:sldLayoutId id="2147484026" r:id="rId4"/>
    <p:sldLayoutId id="2147484027" r:id="rId5"/>
    <p:sldLayoutId id="2147484028" r:id="rId6"/>
    <p:sldLayoutId id="2147484029" r:id="rId7"/>
    <p:sldLayoutId id="2147484030" r:id="rId8"/>
    <p:sldLayoutId id="2147484031" r:id="rId9"/>
    <p:sldLayoutId id="2147484032" r:id="rId10"/>
    <p:sldLayoutId id="2147484033"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CA6F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AE906-B540-B698-0057-35574A939EAD}"/>
              </a:ext>
            </a:extLst>
          </p:cNvPr>
          <p:cNvSpPr>
            <a:spLocks noGrp="1"/>
          </p:cNvSpPr>
          <p:nvPr>
            <p:ph type="ctrTitle"/>
          </p:nvPr>
        </p:nvSpPr>
        <p:spPr>
          <a:xfrm>
            <a:off x="561111" y="973668"/>
            <a:ext cx="4177867" cy="1391692"/>
          </a:xfrm>
        </p:spPr>
        <p:txBody>
          <a:bodyPr vert="horz" lIns="91440" tIns="45720" rIns="91440" bIns="45720" rtlCol="0" anchor="ctr">
            <a:normAutofit/>
          </a:bodyPr>
          <a:lstStyle/>
          <a:p>
            <a:r>
              <a:rPr lang="en-US" sz="3600">
                <a:solidFill>
                  <a:schemeClr val="bg1"/>
                </a:solidFill>
              </a:rPr>
              <a:t>HR ANALYTICS PESENTATION</a:t>
            </a:r>
          </a:p>
        </p:txBody>
      </p:sp>
      <p:sp>
        <p:nvSpPr>
          <p:cNvPr id="3" name="Subtitle 2">
            <a:extLst>
              <a:ext uri="{FF2B5EF4-FFF2-40B4-BE49-F238E27FC236}">
                <a16:creationId xmlns:a16="http://schemas.microsoft.com/office/drawing/2014/main" id="{828728A8-1B72-DD17-0D78-1068F5C28406}"/>
              </a:ext>
            </a:extLst>
          </p:cNvPr>
          <p:cNvSpPr>
            <a:spLocks noGrp="1"/>
          </p:cNvSpPr>
          <p:nvPr>
            <p:ph type="subTitle" idx="1"/>
          </p:nvPr>
        </p:nvSpPr>
        <p:spPr>
          <a:xfrm>
            <a:off x="561111" y="2603500"/>
            <a:ext cx="4072673" cy="3416300"/>
          </a:xfrm>
        </p:spPr>
        <p:txBody>
          <a:bodyPr vert="horz" lIns="91440" tIns="45720" rIns="91440" bIns="45720" rtlCol="0">
            <a:normAutofit/>
          </a:bodyPr>
          <a:lstStyle/>
          <a:p>
            <a:pPr indent="-228600">
              <a:buFont typeface="Wingdings 3" charset="2"/>
              <a:buChar char=""/>
            </a:pPr>
            <a:r>
              <a:rPr lang="en-US">
                <a:solidFill>
                  <a:schemeClr val="bg1"/>
                </a:solidFill>
              </a:rPr>
              <a:t>PRESENTED BY</a:t>
            </a:r>
          </a:p>
          <a:p>
            <a:pPr indent="-228600">
              <a:buFont typeface="Wingdings 3" charset="2"/>
              <a:buChar char=""/>
            </a:pPr>
            <a:r>
              <a:rPr lang="en-US">
                <a:solidFill>
                  <a:schemeClr val="bg1"/>
                </a:solidFill>
              </a:rPr>
              <a:t>ADITYA NARAYAN PUROHIT</a:t>
            </a:r>
          </a:p>
          <a:p>
            <a:pPr indent="-228600">
              <a:buFont typeface="Wingdings 3" charset="2"/>
              <a:buChar char=""/>
            </a:pPr>
            <a:endParaRPr lang="en-US">
              <a:solidFill>
                <a:schemeClr val="bg1"/>
              </a:solidFill>
            </a:endParaRPr>
          </a:p>
          <a:p>
            <a:pPr indent="-228600">
              <a:buFont typeface="Wingdings 3" charset="2"/>
              <a:buChar char=""/>
            </a:pPr>
            <a:endParaRPr lang="en-US">
              <a:solidFill>
                <a:schemeClr val="bg1"/>
              </a:solidFill>
            </a:endParaRPr>
          </a:p>
          <a:p>
            <a:pPr indent="-228600">
              <a:buFont typeface="Wingdings 3" charset="2"/>
              <a:buChar char=""/>
            </a:pPr>
            <a:r>
              <a:rPr lang="en-US">
                <a:solidFill>
                  <a:schemeClr val="bg1"/>
                </a:solidFill>
              </a:rPr>
              <a:t>TEAM ID</a:t>
            </a:r>
          </a:p>
          <a:p>
            <a:pPr indent="-228600">
              <a:buFont typeface="Wingdings 3" charset="2"/>
              <a:buChar char=""/>
            </a:pPr>
            <a:r>
              <a:rPr lang="en-US">
                <a:solidFill>
                  <a:schemeClr val="bg1"/>
                </a:solidFill>
              </a:rPr>
              <a:t>PTID-CDA-JUNE-26-11174</a:t>
            </a:r>
          </a:p>
          <a:p>
            <a:pPr indent="-228600">
              <a:buFont typeface="Wingdings 3" charset="2"/>
              <a:buChar char=""/>
            </a:pPr>
            <a:endParaRPr lang="en-US">
              <a:solidFill>
                <a:schemeClr val="tx1">
                  <a:lumMod val="75000"/>
                  <a:lumOff val="25000"/>
                </a:schemeClr>
              </a:solidFill>
            </a:endParaRPr>
          </a:p>
        </p:txBody>
      </p:sp>
      <p:pic>
        <p:nvPicPr>
          <p:cNvPr id="4" name="Picture 3" descr="Graph on document with pen">
            <a:extLst>
              <a:ext uri="{FF2B5EF4-FFF2-40B4-BE49-F238E27FC236}">
                <a16:creationId xmlns:a16="http://schemas.microsoft.com/office/drawing/2014/main" id="{062F4476-0E9C-72D7-B92E-72F69C80275D}"/>
              </a:ext>
            </a:extLst>
          </p:cNvPr>
          <p:cNvPicPr>
            <a:picLocks noChangeAspect="1"/>
          </p:cNvPicPr>
          <p:nvPr/>
        </p:nvPicPr>
        <p:blipFill>
          <a:blip r:embed="rId2"/>
          <a:srcRect l="19653" r="6275"/>
          <a:stretch>
            <a:fillRect/>
          </a:stretch>
        </p:blipFill>
        <p:spPr>
          <a:xfrm>
            <a:off x="5120119" y="461681"/>
            <a:ext cx="6585549" cy="5934638"/>
          </a:xfrm>
          <a:custGeom>
            <a:avLst/>
            <a:gdLst/>
            <a:ahLst/>
            <a:cxnLst/>
            <a:rect l="l" t="t" r="r" b="b"/>
            <a:pathLst>
              <a:path w="6585549" h="5934638">
                <a:moveTo>
                  <a:pt x="225406" y="0"/>
                </a:moveTo>
                <a:lnTo>
                  <a:pt x="6585549" y="0"/>
                </a:lnTo>
                <a:lnTo>
                  <a:pt x="6585549" y="5934638"/>
                </a:lnTo>
                <a:lnTo>
                  <a:pt x="226600" y="5934638"/>
                </a:lnTo>
                <a:lnTo>
                  <a:pt x="214529" y="5856373"/>
                </a:lnTo>
                <a:lnTo>
                  <a:pt x="203238" y="5780097"/>
                </a:lnTo>
                <a:lnTo>
                  <a:pt x="191320" y="5689292"/>
                </a:lnTo>
                <a:lnTo>
                  <a:pt x="177049" y="5581536"/>
                </a:lnTo>
                <a:lnTo>
                  <a:pt x="161995" y="5462279"/>
                </a:lnTo>
                <a:lnTo>
                  <a:pt x="146156" y="5327888"/>
                </a:lnTo>
                <a:lnTo>
                  <a:pt x="129376" y="5181389"/>
                </a:lnTo>
                <a:lnTo>
                  <a:pt x="112596" y="5022177"/>
                </a:lnTo>
                <a:lnTo>
                  <a:pt x="95503" y="4852675"/>
                </a:lnTo>
                <a:lnTo>
                  <a:pt x="79664" y="4669854"/>
                </a:lnTo>
                <a:lnTo>
                  <a:pt x="64453" y="4478558"/>
                </a:lnTo>
                <a:lnTo>
                  <a:pt x="50652" y="4276365"/>
                </a:lnTo>
                <a:lnTo>
                  <a:pt x="37480" y="4065697"/>
                </a:lnTo>
                <a:lnTo>
                  <a:pt x="25091" y="3845949"/>
                </a:lnTo>
                <a:lnTo>
                  <a:pt x="20700" y="3733351"/>
                </a:lnTo>
                <a:lnTo>
                  <a:pt x="15838" y="3618331"/>
                </a:lnTo>
                <a:lnTo>
                  <a:pt x="11291" y="3501495"/>
                </a:lnTo>
                <a:lnTo>
                  <a:pt x="8311" y="3384054"/>
                </a:lnTo>
                <a:lnTo>
                  <a:pt x="5645" y="3264191"/>
                </a:lnTo>
                <a:lnTo>
                  <a:pt x="2822" y="3143118"/>
                </a:lnTo>
                <a:lnTo>
                  <a:pt x="941" y="3019623"/>
                </a:lnTo>
                <a:lnTo>
                  <a:pt x="941" y="2894918"/>
                </a:lnTo>
                <a:lnTo>
                  <a:pt x="0" y="2769001"/>
                </a:lnTo>
                <a:lnTo>
                  <a:pt x="941" y="2641874"/>
                </a:lnTo>
                <a:lnTo>
                  <a:pt x="2822" y="2512931"/>
                </a:lnTo>
                <a:lnTo>
                  <a:pt x="4547" y="2383988"/>
                </a:lnTo>
                <a:lnTo>
                  <a:pt x="8311" y="2253229"/>
                </a:lnTo>
                <a:lnTo>
                  <a:pt x="12232" y="2121259"/>
                </a:lnTo>
                <a:lnTo>
                  <a:pt x="16779" y="1989289"/>
                </a:lnTo>
                <a:lnTo>
                  <a:pt x="23209" y="1856108"/>
                </a:lnTo>
                <a:lnTo>
                  <a:pt x="30893" y="1721716"/>
                </a:lnTo>
                <a:lnTo>
                  <a:pt x="38264" y="1586720"/>
                </a:lnTo>
                <a:lnTo>
                  <a:pt x="47673" y="1451723"/>
                </a:lnTo>
                <a:lnTo>
                  <a:pt x="58964" y="1314910"/>
                </a:lnTo>
                <a:lnTo>
                  <a:pt x="70255" y="1179913"/>
                </a:lnTo>
                <a:lnTo>
                  <a:pt x="83271" y="1042495"/>
                </a:lnTo>
                <a:lnTo>
                  <a:pt x="97542" y="904471"/>
                </a:lnTo>
                <a:lnTo>
                  <a:pt x="112596" y="768263"/>
                </a:lnTo>
                <a:lnTo>
                  <a:pt x="130160" y="630240"/>
                </a:lnTo>
                <a:lnTo>
                  <a:pt x="148978" y="492821"/>
                </a:lnTo>
                <a:lnTo>
                  <a:pt x="167640" y="354798"/>
                </a:lnTo>
                <a:lnTo>
                  <a:pt x="189438" y="217380"/>
                </a:lnTo>
                <a:lnTo>
                  <a:pt x="211706" y="80567"/>
                </a:lnTo>
                <a:close/>
              </a:path>
            </a:pathLst>
          </a:custGeom>
        </p:spPr>
      </p:pic>
    </p:spTree>
    <p:extLst>
      <p:ext uri="{BB962C8B-B14F-4D97-AF65-F5344CB8AC3E}">
        <p14:creationId xmlns:p14="http://schemas.microsoft.com/office/powerpoint/2010/main" val="2049419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alpha val="83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D66161-4781-E81E-FB74-E3C7FEC1B3DE}"/>
              </a:ext>
            </a:extLst>
          </p:cNvPr>
          <p:cNvPicPr>
            <a:picLocks noChangeAspect="1"/>
          </p:cNvPicPr>
          <p:nvPr/>
        </p:nvPicPr>
        <p:blipFill>
          <a:blip r:embed="rId2"/>
          <a:srcRect r="444"/>
          <a:stretch>
            <a:fillRect/>
          </a:stretch>
        </p:blipFill>
        <p:spPr>
          <a:xfrm>
            <a:off x="21" y="12"/>
            <a:ext cx="12191979" cy="6857989"/>
          </a:xfrm>
          <a:prstGeom prst="rect">
            <a:avLst/>
          </a:prstGeom>
        </p:spPr>
      </p:pic>
    </p:spTree>
    <p:extLst>
      <p:ext uri="{BB962C8B-B14F-4D97-AF65-F5344CB8AC3E}">
        <p14:creationId xmlns:p14="http://schemas.microsoft.com/office/powerpoint/2010/main" val="21417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CA6F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00C8D-28C2-BCB5-91AD-2A4628213227}"/>
              </a:ext>
            </a:extLst>
          </p:cNvPr>
          <p:cNvSpPr>
            <a:spLocks noGrp="1"/>
          </p:cNvSpPr>
          <p:nvPr>
            <p:ph type="title"/>
          </p:nvPr>
        </p:nvSpPr>
        <p:spPr>
          <a:xfrm>
            <a:off x="841248" y="548640"/>
            <a:ext cx="3600860" cy="5431536"/>
          </a:xfrm>
        </p:spPr>
        <p:txBody>
          <a:bodyPr>
            <a:normAutofit/>
          </a:bodyPr>
          <a:lstStyle/>
          <a:p>
            <a:r>
              <a:rPr lang="en-IN" sz="5400">
                <a:solidFill>
                  <a:schemeClr val="bg1"/>
                </a:solidFill>
              </a:rPr>
              <a:t>WHAT IS HR ANALYTICS ?</a:t>
            </a:r>
          </a:p>
        </p:txBody>
      </p:sp>
      <p:sp>
        <p:nvSpPr>
          <p:cNvPr id="3" name="Content Placeholder 2">
            <a:extLst>
              <a:ext uri="{FF2B5EF4-FFF2-40B4-BE49-F238E27FC236}">
                <a16:creationId xmlns:a16="http://schemas.microsoft.com/office/drawing/2014/main" id="{80CD55FA-64F5-63A9-C70E-40DBA6B16E82}"/>
              </a:ext>
            </a:extLst>
          </p:cNvPr>
          <p:cNvSpPr>
            <a:spLocks noGrp="1"/>
          </p:cNvSpPr>
          <p:nvPr>
            <p:ph idx="1"/>
          </p:nvPr>
        </p:nvSpPr>
        <p:spPr>
          <a:xfrm>
            <a:off x="5126420" y="552091"/>
            <a:ext cx="6224335" cy="5431536"/>
          </a:xfrm>
        </p:spPr>
        <p:txBody>
          <a:bodyPr anchor="ctr">
            <a:normAutofit/>
          </a:bodyPr>
          <a:lstStyle/>
          <a:p>
            <a:r>
              <a:rPr lang="en-US" sz="2200">
                <a:solidFill>
                  <a:schemeClr val="bg1"/>
                </a:solidFill>
              </a:rPr>
              <a:t>HR Analytics is the process of collecting, organizing, and analyzing employee data to understand workforce trends and improve HR decision-making. It helps organizations track key metrics such as employee count, hiring trends, workforce distribution, diversity, and employee demographics. By transforming raw HR data into meaningful insights, companies can make informed decisions related to recruitment, workforce planning, employee engagement, and overall organizational performance.</a:t>
            </a:r>
            <a:endParaRPr lang="en-IN" sz="2200">
              <a:solidFill>
                <a:schemeClr val="bg1"/>
              </a:solidFill>
            </a:endParaRPr>
          </a:p>
        </p:txBody>
      </p:sp>
    </p:spTree>
    <p:extLst>
      <p:ext uri="{BB962C8B-B14F-4D97-AF65-F5344CB8AC3E}">
        <p14:creationId xmlns:p14="http://schemas.microsoft.com/office/powerpoint/2010/main" val="4017484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CA6F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2701D-19C1-4E28-BCE9-340D48571C16}"/>
              </a:ext>
            </a:extLst>
          </p:cNvPr>
          <p:cNvSpPr>
            <a:spLocks noGrp="1"/>
          </p:cNvSpPr>
          <p:nvPr>
            <p:ph type="title"/>
          </p:nvPr>
        </p:nvSpPr>
        <p:spPr>
          <a:xfrm>
            <a:off x="838200" y="557190"/>
            <a:ext cx="10515600" cy="1133499"/>
          </a:xfrm>
        </p:spPr>
        <p:txBody>
          <a:bodyPr>
            <a:normAutofit/>
          </a:bodyPr>
          <a:lstStyle/>
          <a:p>
            <a:pPr algn="ctr"/>
            <a:r>
              <a:rPr lang="en-IN" sz="5200"/>
              <a:t>HR ANALYTICS BENIFIT</a:t>
            </a:r>
          </a:p>
        </p:txBody>
      </p:sp>
      <p:graphicFrame>
        <p:nvGraphicFramePr>
          <p:cNvPr id="36" name="Content Placeholder 2">
            <a:extLst>
              <a:ext uri="{FF2B5EF4-FFF2-40B4-BE49-F238E27FC236}">
                <a16:creationId xmlns:a16="http://schemas.microsoft.com/office/drawing/2014/main" id="{E658AE9F-6CCA-250D-8C48-EF993EF8829E}"/>
              </a:ext>
            </a:extLst>
          </p:cNvPr>
          <p:cNvGraphicFramePr>
            <a:graphicFrameLocks noGrp="1"/>
          </p:cNvGraphicFramePr>
          <p:nvPr>
            <p:ph idx="1"/>
            <p:extLst>
              <p:ext uri="{D42A27DB-BD31-4B8C-83A1-F6EECF244321}">
                <p14:modId xmlns:p14="http://schemas.microsoft.com/office/powerpoint/2010/main" val="3869151918"/>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08246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CA6F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24F3D-A5CF-A100-C9BA-9E9EF12B131E}"/>
              </a:ext>
            </a:extLst>
          </p:cNvPr>
          <p:cNvSpPr>
            <a:spLocks noGrp="1"/>
          </p:cNvSpPr>
          <p:nvPr>
            <p:ph type="title"/>
          </p:nvPr>
        </p:nvSpPr>
        <p:spPr>
          <a:xfrm>
            <a:off x="1000372" y="1209959"/>
            <a:ext cx="3034580" cy="4438087"/>
          </a:xfrm>
        </p:spPr>
        <p:txBody>
          <a:bodyPr anchor="ctr">
            <a:normAutofit/>
          </a:bodyPr>
          <a:lstStyle/>
          <a:p>
            <a:pPr algn="r"/>
            <a:r>
              <a:rPr lang="en-IN" sz="3200">
                <a:solidFill>
                  <a:schemeClr val="bg1"/>
                </a:solidFill>
              </a:rPr>
              <a:t>OBJECTIVE OF KPI</a:t>
            </a:r>
          </a:p>
        </p:txBody>
      </p:sp>
      <p:sp>
        <p:nvSpPr>
          <p:cNvPr id="3" name="Content Placeholder 2">
            <a:extLst>
              <a:ext uri="{FF2B5EF4-FFF2-40B4-BE49-F238E27FC236}">
                <a16:creationId xmlns:a16="http://schemas.microsoft.com/office/drawing/2014/main" id="{F7C43D03-ADDA-3FA1-1E83-F5C2EA39E211}"/>
              </a:ext>
            </a:extLst>
          </p:cNvPr>
          <p:cNvSpPr>
            <a:spLocks noGrp="1"/>
          </p:cNvSpPr>
          <p:nvPr>
            <p:ph idx="1"/>
          </p:nvPr>
        </p:nvSpPr>
        <p:spPr>
          <a:xfrm>
            <a:off x="4678426" y="1059025"/>
            <a:ext cx="5302189" cy="4739950"/>
          </a:xfrm>
        </p:spPr>
        <p:txBody>
          <a:bodyPr anchor="ctr">
            <a:normAutofit/>
          </a:bodyPr>
          <a:lstStyle/>
          <a:p>
            <a:r>
              <a:rPr lang="en-US">
                <a:solidFill>
                  <a:schemeClr val="bg1"/>
                </a:solidFill>
              </a:rPr>
              <a:t>Key Performance Indicators (KPIs) are measurable values used to evaluate performance, track progress toward goals, and support data-driven decision-making. They help organizations monitor important activities and identify areas that need improvement.</a:t>
            </a:r>
            <a:endParaRPr lang="en-IN">
              <a:solidFill>
                <a:schemeClr val="bg1"/>
              </a:solidFill>
            </a:endParaRPr>
          </a:p>
        </p:txBody>
      </p:sp>
    </p:spTree>
    <p:extLst>
      <p:ext uri="{BB962C8B-B14F-4D97-AF65-F5344CB8AC3E}">
        <p14:creationId xmlns:p14="http://schemas.microsoft.com/office/powerpoint/2010/main" val="1787037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C967F2B-9BF3-AB3E-C7B2-3F81F2D4BE2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790282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0CE69C-FE25-8B0A-0EC3-523992F7C112}"/>
              </a:ext>
            </a:extLst>
          </p:cNvPr>
          <p:cNvPicPr>
            <a:picLocks noChangeAspect="1"/>
          </p:cNvPicPr>
          <p:nvPr/>
        </p:nvPicPr>
        <p:blipFill>
          <a:blip r:embed="rId2"/>
          <a:srcRect r="1315"/>
          <a:stretch>
            <a:fillRect/>
          </a:stretch>
        </p:blipFill>
        <p:spPr>
          <a:xfrm>
            <a:off x="20" y="1282"/>
            <a:ext cx="12191980" cy="6856718"/>
          </a:xfrm>
          <a:prstGeom prst="rect">
            <a:avLst/>
          </a:prstGeom>
        </p:spPr>
      </p:pic>
    </p:spTree>
    <p:extLst>
      <p:ext uri="{BB962C8B-B14F-4D97-AF65-F5344CB8AC3E}">
        <p14:creationId xmlns:p14="http://schemas.microsoft.com/office/powerpoint/2010/main" val="866506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E44345-6035-FDCB-A451-4BD9D4D5D6B7}"/>
              </a:ext>
            </a:extLst>
          </p:cNvPr>
          <p:cNvPicPr>
            <a:picLocks noChangeAspect="1"/>
          </p:cNvPicPr>
          <p:nvPr/>
        </p:nvPicPr>
        <p:blipFill>
          <a:blip r:embed="rId2"/>
          <a:srcRect t="19"/>
          <a:stretch>
            <a:fillRect/>
          </a:stretch>
        </p:blipFill>
        <p:spPr>
          <a:xfrm>
            <a:off x="20" y="1282"/>
            <a:ext cx="12191980" cy="6856718"/>
          </a:xfrm>
          <a:prstGeom prst="rect">
            <a:avLst/>
          </a:prstGeom>
        </p:spPr>
      </p:pic>
    </p:spTree>
    <p:extLst>
      <p:ext uri="{BB962C8B-B14F-4D97-AF65-F5344CB8AC3E}">
        <p14:creationId xmlns:p14="http://schemas.microsoft.com/office/powerpoint/2010/main" val="2254721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447415-2CEB-401D-DE13-54248E26DAA8}"/>
              </a:ext>
            </a:extLst>
          </p:cNvPr>
          <p:cNvPicPr>
            <a:picLocks noChangeAspect="1"/>
          </p:cNvPicPr>
          <p:nvPr/>
        </p:nvPicPr>
        <p:blipFill>
          <a:blip r:embed="rId2"/>
          <a:srcRect r="872" b="1"/>
          <a:stretch>
            <a:fillRect/>
          </a:stretch>
        </p:blipFill>
        <p:spPr>
          <a:xfrm>
            <a:off x="20" y="1282"/>
            <a:ext cx="12191980" cy="6856718"/>
          </a:xfrm>
          <a:prstGeom prst="rect">
            <a:avLst/>
          </a:prstGeom>
        </p:spPr>
      </p:pic>
    </p:spTree>
    <p:extLst>
      <p:ext uri="{BB962C8B-B14F-4D97-AF65-F5344CB8AC3E}">
        <p14:creationId xmlns:p14="http://schemas.microsoft.com/office/powerpoint/2010/main" val="29919111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D0866E-403B-220F-57C2-9079D708405D}"/>
              </a:ext>
            </a:extLst>
          </p:cNvPr>
          <p:cNvPicPr>
            <a:picLocks noChangeAspect="1"/>
          </p:cNvPicPr>
          <p:nvPr/>
        </p:nvPicPr>
        <p:blipFill>
          <a:blip r:embed="rId2"/>
          <a:srcRect r="1315"/>
          <a:stretch>
            <a:fillRect/>
          </a:stretch>
        </p:blipFill>
        <p:spPr>
          <a:xfrm>
            <a:off x="20" y="1282"/>
            <a:ext cx="12191980" cy="6856718"/>
          </a:xfrm>
          <a:prstGeom prst="rect">
            <a:avLst/>
          </a:prstGeom>
        </p:spPr>
      </p:pic>
    </p:spTree>
    <p:extLst>
      <p:ext uri="{BB962C8B-B14F-4D97-AF65-F5344CB8AC3E}">
        <p14:creationId xmlns:p14="http://schemas.microsoft.com/office/powerpoint/2010/main" val="1119305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918994-018E-7B3A-EDF6-01B403E13622}"/>
              </a:ext>
            </a:extLst>
          </p:cNvPr>
          <p:cNvPicPr>
            <a:picLocks noChangeAspect="1"/>
          </p:cNvPicPr>
          <p:nvPr/>
        </p:nvPicPr>
        <p:blipFill>
          <a:blip r:embed="rId2"/>
          <a:srcRect r="425" b="-1"/>
          <a:stretch>
            <a:fillRect/>
          </a:stretch>
        </p:blipFill>
        <p:spPr>
          <a:xfrm>
            <a:off x="20" y="1282"/>
            <a:ext cx="12191980" cy="6856718"/>
          </a:xfrm>
          <a:prstGeom prst="rect">
            <a:avLst/>
          </a:prstGeom>
        </p:spPr>
      </p:pic>
    </p:spTree>
    <p:extLst>
      <p:ext uri="{BB962C8B-B14F-4D97-AF65-F5344CB8AC3E}">
        <p14:creationId xmlns:p14="http://schemas.microsoft.com/office/powerpoint/2010/main" val="43151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200DA1-0773-39C9-803A-D342DA133D28}"/>
              </a:ext>
            </a:extLst>
          </p:cNvPr>
          <p:cNvPicPr>
            <a:picLocks noChangeAspect="1"/>
          </p:cNvPicPr>
          <p:nvPr/>
        </p:nvPicPr>
        <p:blipFill>
          <a:blip r:embed="rId2"/>
          <a:srcRect b="461"/>
          <a:stretch>
            <a:fillRect/>
          </a:stretch>
        </p:blipFill>
        <p:spPr>
          <a:xfrm>
            <a:off x="20" y="1282"/>
            <a:ext cx="12191980" cy="6856718"/>
          </a:xfrm>
          <a:prstGeom prst="rect">
            <a:avLst/>
          </a:prstGeom>
        </p:spPr>
      </p:pic>
    </p:spTree>
    <p:extLst>
      <p:ext uri="{BB962C8B-B14F-4D97-AF65-F5344CB8AC3E}">
        <p14:creationId xmlns:p14="http://schemas.microsoft.com/office/powerpoint/2010/main" val="3162844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671F41-077C-F095-85C0-5C8BB06F9DAA}"/>
              </a:ext>
            </a:extLst>
          </p:cNvPr>
          <p:cNvPicPr>
            <a:picLocks noChangeAspect="1"/>
          </p:cNvPicPr>
          <p:nvPr/>
        </p:nvPicPr>
        <p:blipFill>
          <a:blip r:embed="rId2"/>
          <a:srcRect b="19"/>
          <a:stretch>
            <a:fillRect/>
          </a:stretch>
        </p:blipFill>
        <p:spPr>
          <a:xfrm>
            <a:off x="20" y="1282"/>
            <a:ext cx="12191980" cy="6856718"/>
          </a:xfrm>
          <a:prstGeom prst="rect">
            <a:avLst/>
          </a:prstGeom>
        </p:spPr>
      </p:pic>
    </p:spTree>
    <p:extLst>
      <p:ext uri="{BB962C8B-B14F-4D97-AF65-F5344CB8AC3E}">
        <p14:creationId xmlns:p14="http://schemas.microsoft.com/office/powerpoint/2010/main" val="1845175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3F487E-91FF-9CC1-4853-754806712C42}"/>
              </a:ext>
            </a:extLst>
          </p:cNvPr>
          <p:cNvPicPr>
            <a:picLocks noChangeAspect="1"/>
          </p:cNvPicPr>
          <p:nvPr/>
        </p:nvPicPr>
        <p:blipFill>
          <a:blip r:embed="rId2"/>
          <a:srcRect r="3538" b="1"/>
          <a:stretch>
            <a:fillRect/>
          </a:stretch>
        </p:blipFill>
        <p:spPr>
          <a:xfrm>
            <a:off x="20" y="1282"/>
            <a:ext cx="12191980" cy="6856718"/>
          </a:xfrm>
          <a:prstGeom prst="rect">
            <a:avLst/>
          </a:prstGeom>
        </p:spPr>
      </p:pic>
    </p:spTree>
    <p:extLst>
      <p:ext uri="{BB962C8B-B14F-4D97-AF65-F5344CB8AC3E}">
        <p14:creationId xmlns:p14="http://schemas.microsoft.com/office/powerpoint/2010/main" val="3490493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6CA6FC"/>
        </a:solidFill>
        <a:effectLst/>
      </p:bgPr>
    </p:bg>
    <p:spTree>
      <p:nvGrpSpPr>
        <p:cNvPr id="1" name=""/>
        <p:cNvGrpSpPr/>
        <p:nvPr/>
      </p:nvGrpSpPr>
      <p:grpSpPr>
        <a:xfrm>
          <a:off x="0" y="0"/>
          <a:ext cx="0" cy="0"/>
          <a:chOff x="0" y="0"/>
          <a:chExt cx="0" cy="0"/>
        </a:xfrm>
      </p:grpSpPr>
      <p:pic>
        <p:nvPicPr>
          <p:cNvPr id="4" name="Picture 3" descr="Aerial view of a highway near the ocean">
            <a:extLst>
              <a:ext uri="{FF2B5EF4-FFF2-40B4-BE49-F238E27FC236}">
                <a16:creationId xmlns:a16="http://schemas.microsoft.com/office/drawing/2014/main" id="{5E3C40CF-5D62-69B1-14E5-C49B515B2351}"/>
              </a:ext>
            </a:extLst>
          </p:cNvPr>
          <p:cNvPicPr>
            <a:picLocks noChangeAspect="1"/>
          </p:cNvPicPr>
          <p:nvPr/>
        </p:nvPicPr>
        <p:blipFill>
          <a:blip r:embed="rId2">
            <a:alphaModFix amt="40000"/>
          </a:blip>
          <a:srcRect t="2500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BDD3FCED-119B-E952-86A1-0B2DDFE98482}"/>
              </a:ext>
            </a:extLst>
          </p:cNvPr>
          <p:cNvSpPr>
            <a:spLocks noGrp="1"/>
          </p:cNvSpPr>
          <p:nvPr>
            <p:ph type="title"/>
          </p:nvPr>
        </p:nvSpPr>
        <p:spPr>
          <a:xfrm>
            <a:off x="1154955" y="1447802"/>
            <a:ext cx="8825658" cy="3329581"/>
          </a:xfrm>
        </p:spPr>
        <p:txBody>
          <a:bodyPr vert="horz" lIns="91440" tIns="45720" rIns="91440" bIns="45720" rtlCol="0" anchor="b">
            <a:normAutofit/>
          </a:bodyPr>
          <a:lstStyle/>
          <a:p>
            <a:r>
              <a:rPr lang="en-US" sz="7200"/>
              <a:t>THANK YOU</a:t>
            </a:r>
          </a:p>
        </p:txBody>
      </p:sp>
    </p:spTree>
    <p:extLst>
      <p:ext uri="{BB962C8B-B14F-4D97-AF65-F5344CB8AC3E}">
        <p14:creationId xmlns:p14="http://schemas.microsoft.com/office/powerpoint/2010/main" val="3590209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170</Words>
  <Application>Microsoft Office PowerPoint</Application>
  <PresentationFormat>Widescreen</PresentationFormat>
  <Paragraphs>24</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Wingdings 3</vt:lpstr>
      <vt:lpstr>Office Theme</vt:lpstr>
      <vt:lpstr>HR ANALYTICS PESENTATION</vt:lpstr>
      <vt:lpstr>PowerPoint Presentation</vt:lpstr>
      <vt:lpstr>WHAT IS HR ANALYTICS ?</vt:lpstr>
      <vt:lpstr>HR ANALYTICS BENIFIT</vt:lpstr>
      <vt:lpstr>OBJECTIVE OF KPI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Narayan purohit</dc:creator>
  <cp:lastModifiedBy>Aditya Narayan purohit</cp:lastModifiedBy>
  <cp:revision>1</cp:revision>
  <dcterms:created xsi:type="dcterms:W3CDTF">2026-06-17T06:45:50Z</dcterms:created>
  <dcterms:modified xsi:type="dcterms:W3CDTF">2026-06-18T06:27:01Z</dcterms:modified>
</cp:coreProperties>
</file>